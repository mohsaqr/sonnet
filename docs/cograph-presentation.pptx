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Relationship Id="rId20" Type="http://schemas.openxmlformats.org/officeDocument/2006/relationships/slide" Target="slides/slide13.xml"/>
<Relationship Id="rId21" Type="http://schemas.openxmlformats.org/officeDocument/2006/relationships/slide" Target="slides/slide14.xml"/>
<Relationship Id="rId22" Type="http://schemas.openxmlformats.org/officeDocument/2006/relationships/slide" Target="slides/slide15.xml"/>
<Relationship Id="rId23" Type="http://schemas.openxmlformats.org/officeDocument/2006/relationships/slide" Target="slides/slide16.xml"/>
<Relationship Id="rId24" Type="http://schemas.openxmlformats.org/officeDocument/2006/relationships/slide" Target="slides/slide17.xml"/>
<Relationship Id="rId25" Type="http://schemas.openxmlformats.org/officeDocument/2006/relationships/slide" Target="slides/slide18.xml"/>
<Relationship Id="rId26" Type="http://schemas.openxmlformats.org/officeDocument/2006/relationships/slide" Target="slides/slide19.xml"/>
<Relationship Id="rId27" Type="http://schemas.openxmlformats.org/officeDocument/2006/relationships/slide" Target="slides/slide20.xml"/>
<Relationship Id="rId28" Type="http://schemas.openxmlformats.org/officeDocument/2006/relationships/slide" Target="slides/slide21.xml"/>
<Relationship Id="rId29" Type="http://schemas.openxmlformats.org/officeDocument/2006/relationships/slide" Target="slides/slide22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1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cograph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Modern Network Visualization for R
Version 1.5.2
Mohammed Saqr
University of Eastern Finland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What is cograph?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A modern R package for creating publication-ready network visualizations with minimal code.
Key Features:
• Universal input: matrices, igraph, tna, edge lists, statnet
• One function: splot(data) is all you need
• Smart defaults: auto-detect directed, scale by weight
• TNA-first: built for Transition Network Analysis
• Statistical: bootstrap, permutation, stability plots
• Extensible: custom layouts, shapes, themes
Simplest Usage:
  splot(my_matrix)
  splot(igraph_object)
  splot(tna_model)
Dependencies: R6, grid, grDevices, ggplot2
Install: install.packages("cograph")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Design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Core Principle: Simplicity First
Network visualization should be as simple as splot(matrix) while offering deep customization when needed.
1. Progressive Complexity
   • Start with splot(data)
   • Add parameters as needed
   • Full control available
2. Consistent API
   • All snake_case naming
   • Predictable patterns
   • sn_*() for transforms, plot_*() for plots
3. Pipe-Friendly
   • Works with |&gt;
   • Immutable transforms
   • Chain operations
4. TNA-First Design
   • Built with Transition Network Analysis as primary use case
   • Preserves all TNA metadata: weights, initial probabilities, labels
5. Statistical Plotting
   • Validation results directly plottable
   • Run bootstrap(), then splot() the result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r>
              <a:rPr/>
              <a:t>Naming Convention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/>
          <a:lstStyle/>
          <a:p>
            <a:r>
              <a:rPr/>
              <a:t>Consistent, discoverable, memorable function and parameter names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Function Naming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Pattern         | Purpose              | Examples
------------|---------------------|--------------------
splot*()       | Primary plotting     | splot(), soplot()
sn_*()         | Pipe transforms      | sn_layout(), sn_nodes(), sn_edges()
plot_*()       | Specialized plots    | plot_compare(), plot_heatmap()
to_*()         | Export conversion    | to_igraph(), to_matrix(), to_df()
as_*()         | Import conversion    | as_cograph()
get_*()        | Accessors            | get_nodes(), get_edges()
n_*()          | Counts               | n_nodes(), n_edges()
Discoverability:
Type sn_ + Tab in RStudio to see all transformation functions
Type plot_ + Tab for all specialized plots
The "sn" prefix stands for "simple network" or "splot network"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Parameter Naming: snake_case Throughout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Node Parameters:
  node_size, node_fill, node_shape, node_border_color
  node_border_width, node_alpha
  label_size, label_color, label_position
Edge Parameters:
  edge_color, edge_width, edge_style, edge_alpha
  edge_labels, edge_label_size
  arrow_size, curvature
Comparison with Other Packages:
Concept      | qgraph    | igraph        | cograph (clear!)
-----------|---------|-------------|------------------
Node size    | vsize     | vertex.size   | node_size
Node color   | color     | vertex.color  | node_fill
Edge width   | esize     | edge.width    | edge_width
Donut chart  | pie (list)| N/A           | donut_fill (0-1)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r>
              <a:rPr/>
              <a:t>splot()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/>
          <a:lstStyle/>
          <a:p>
            <a:r>
              <a:rPr/>
              <a:t>The main plotting function - comprehensive parameter reference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splot() - Function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What splot() Does:
• Accepts any input: matrix, igraph, tna, data.frame, network, qgraph
• Auto-detects: directedness from matrix symmetry
• Auto-scales: edge widths by weight magnitude
• Auto-colors: positive (green) vs negative (red) edges
• Computes layout: spring, circle, or custom
• Renders: using fast base R graphics
Three Rendering Backends:
  splot()     - Base R    - Returns NULL (plots to device)
  soplot()    - Grid      - Returns grob object
  sn_ggplot() - ggplot2   - Returns ggplot object
Basic Signature:
  splot(x, layout = "spring", directed = NULL, seed = 42, theme = "classic",
        node_size, node_fill, node_shape, labels, label_size,
        edge_color, edge_width, edge_style, edge_labels,
        edge_ci, edge_ci_scale, title, mar, ...)
Key insight: All parameters have defaults. Only x is required.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splot() - Node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Basic Node Styling:
  node_size (default: 3)        - Size (scalar or per-node vector)
  node_size2 (default: NULL)    - Secondary size for ellipse height
  node_shape (default: circle)  - Shape name or vector
  node_fill (default: #4A90D9)  - Fill color(s)
  node_border_color (#2C5AA0)   - Border color(s)
  node_border_width (1)         - Border thickness
  node_alpha (1)                - Transparency (0-1)
Available Shapes:
  circle, square, triangle, diamond, pentagon, hexagon, star, heart, ellipse, cross
Label Parameters:
  labels (TRUE)             - TRUE, FALSE, or character vector
  label_size (10)           - Font size (cex)
  label_color (black)       - Text color
  label_position (center)   - center, above, below, left, right
  label_fontface (plain)    - plain, bold, italic, bold.italic
Example:
  splot(net, node_shape = "hexagon", node_fill = c("coral", "steelblue"),
        node_size = 8, labels = TRUE, label_color = "white")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splot() - Donut &amp; Pie Chart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Donut Charts (qgraph-style):
Simple proportional fill using a single value (0-1) per node.
  donut_fill (NULL)         - Fill proportion 0-1 per node
  donut_color (maroon)      - Fill color(s)
  donut_bg_color (gray90)   - Unfilled portion color
  donut_inner_ratio (0.5)   - Inner radius (0-1)
  donut_show_value (FALSE)  - Show value in center
Example - TNA initial probabilities as donuts:
  splot(tna_model, donut_fill = tna_model$inits,
        donut_color = "steelblue", donut_inner_ratio = 0.6)
Pie Chart Nodes:
Multiple segments per node using a list of vectors.
  pie_values    - List of numeric vectors (one per node)
  pie_colors    - List of color vectors for segments
Example:
  splot(net, pie_values = list(c(0.4, 0.6), c(0.3, 0.3, 0.4)),
        pie_colors = list(c("red", "blue"), c("red", "green", "blue")))
Tip: A simple numeric vector passed to pie_values auto-converts to donut_fill.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splot() - Edge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Basic Edge Styling:
  edge_color (NULL)           - Color(s). NULL = auto by weight sign
  edge_width (NULL)           - Width(s). NULL = scale by weight
  edge_style (1)              - 1=solid, 2=dashed, 3=dotted...
  edge_alpha (0.8)            - Transparency (0-1)
  edge_width_range (c(0.5,4)) - Output width range
  edge_scale_mode (linear)    - linear, log, sqrt, rank
Default Color Convention:
  Positive: #2E7D32 (green)
  Negative: #C62828 (red)
  Zero/NA:  gray50
Arrows &amp; Curvature:
  show_arrows (auto)    - TRUE for directed networks
  arrow_size (0.015)    - Arrow head size
  curvature (0)         - Edge bend (0 = straight)
  curves (TRUE)         - Auto-curve reciprocal edges
  loop_rotation (auto)  - Self-loop angle (radians)
Example:
  splot(net, edge_color = "weight", edge_width = "weight",
        edge_scale_mode = "sqrt", curvature = 0.2)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splot() - Edge Labels &amp; Confidence Intervals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Edge Label Parameters:
  edge_labels (FALSE)         - TRUE, FALSE, or character vector
  edge_label_size (0.8)       - Font size
  edge_label_color (black)    - Text color
  edge_label_bg (NA)          - Background (NA = transparent)
  edge_label_halo (TRUE)      - White outline for readability
  edge_label_position (0.5)   - Position along edge (0-1)
  edge_label_fontface (plain) - plain, bold, italic
Example:
  splot(net, edge_labels = TRUE, edge_label_size = 0.7,
        edge_label_halo = TRUE, edge_label_bg = NA)
Confidence Interval Visualization:
Show uncertainty as translucent edge underlays.
  edge_ci (NULL)         - CI widths vector (0-1 scale)
  edge_ci_scale (2)      - Width multiplier for underlay
  edge_ci_alpha (0.15)   - Underlay transparency
  edge_ci_color (NA)     - Underlay color (NA = edge color)
  edge_priority (NULL)   - Render order (higher = on top)
Example - Visualize bootstrap CIs:
  splot(net, edge_ci = boot$ci_upper - boot$ci_lower,
        edge_ci_scale = 3, edge_priority = ifelse(sig, 2, 1))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r>
              <a:rPr/>
              <a:t>Statistical Plotting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/>
          <a:lstStyle/>
          <a:p>
            <a:r>
              <a:rPr/>
              <a:t>Validation results are directly plottable with automatic styling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Bootstrap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How It Works:
Run bootstrap() on a tna model, then pass the result directly to splot().
Styling is automatic - significant edges prominent, non-significant subtle.
  boot &lt;- bootstrap(tna_model, iter = 1000, level = 0.05)
  splot(boot)  # Styling is automatic!
What bootstrap() Returns:
  $weights      - Original weight matrix
  $weights_sig  - Significant weights only
  $p_values     - Edge p-values matrix
  $ci_lower     - Lower confidence bounds
  $ci_upper     - Upper confidence bounds
  $significant  - Logical significance matrix
Auto Styling:
                   Significant    Non-Significant
  Color            #003355        #E091AA (pink)
  Style            Solid          Dashed
  Labels           0.45***        0.12
  Alpha            0.7            0.4
  CI scale         1.0            3.0
  Priority         On top         Behind
Stars indicate p-value:  *** p &lt; 0.001, ** p &lt; 0.01, * p &lt; 0.05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Other Validation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permutation_test() - Network Comparison
Statistical comparison of two networks with p-values for edge and centrality differences.
  perm &lt;- permutation_test(tna1, tna2, iter = 1000)
  plot(perm)
estimate_cs() - Centrality Stability
CS-coefficient: how stable are centrality rankings when dropping cases?
  cs &lt;- estimate_cs(tna_model, measures = c("InStrength", "Betweenness"))
  plot(cs)  # Stability curves
  # CS &gt; 0.5 acceptable, &gt; 0.7 good
disparity_filter() - Backbone Extraction
Extract statistically significant edges using Serrano et al. (2009) method.
  backbone &lt;- disparity_filter(mat, level = 0.05)
  splot(backbone)
plot_compare() - Visual Difference
Visualize element-wise difference between networks (x - y).
  plot_compare(net1, net2)
  # Green edges: net1 &gt; net2 (positive diff)
  # Red edges: net1 &lt; net2 (negative diff)
Enabling validation for non-TNA networks:
  set_raw_data(net, data)  # Attach raw sequence 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Pipe-Friendly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The sn_* Functions:
All sn_*() functions take a network, modify it, and return a modified copy.
This enables fluent chaining with the pipe operator.
  sn_layout(net, layout, seed)         - Set layout algorithm
  sn_theme(net, theme)                 - Apply visual theme
  sn_palette(net, palette, target, by) - Apply color palette
  sn_nodes(net, fill, size, ...)       - Set node aesthetics
  sn_edges(net, color, width, ...)     - Set edge aesthetics
  sn_save(net, file, width, height)    - Save to file
Complete Example:
  cograph(mat) |&gt;
    sn_layout("circle", seed = 42) |&gt;
    sn_theme("dark") |&gt;
    sn_nodes(fill = "coral", size = 0.08, shape = "hexagon") |&gt;
    sn_edges(color = "weight", width = "weight", alpha = 0.7) |&gt;
    sn_palette("viridis", target = "nodes", by = "degree") |&gt;
    splot(title = "Styled Network")
Note: Each function returns a new object. The original network is never modified.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Built-in Themes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Available Themes:
  classic    - White bg, blue nodes (default)
  dark       - Dark bg, light elements
  minimal    - Subtle, clean styling
  colorblind - CVD-friendly colors
  gray       - Print-friendly B&amp;W
  nature     - Earth tones
  viridis    - Viridis palette
  + custom   - register_theme()
Using Themes:
  # Direct in splot()
  splot(net, theme = "dark")
  # Or via pipe
  cograph(mat) |&gt; sn_theme("colorblind") |&gt; splot()
Register Custom Theme:
  register_theme("mytheme", list(
    background = "#1a1a2e",
    node_fill = "#e94560",
    node_border = "#ffffff",
    edge_color = "#0f3460"
  ))
Built-in Palettes:
  palette_viridis(n), palette_colorblind(n), palette_pastel(n),
  palette_rainbow(n), palette_blues(n), palette_diverging(n)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Layout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Built-in Layouts:
  spring    (fr)       - Force-directed (Fruchterman-Reingold)
  circle               - Circular arrangement
  oval      (ellipse)  - Elliptical arrangement
  groups               - Grouped circular (by cluster)
  grid                 - Regular grid
  star                 - Center node with ring
  bipartite            - Two-column layout
  random               - Random positions
igraph Layout Codes:
  kk   - Kamada-Kawai
  drl  - DrL (large graphs)
  mds  - Multidimensional scaling
  ni   - Nicely (auto-select)
  tr   - Tree / Reingold-Tilford
Using Layouts:
  splot(net, layout = "spring", seed = 42)  # In splot()
  cograph(mat) |&gt; sn_layout("circle") |&gt; splot()  # Via pipe
  splot(net, layout = my_coords)  # Custom n×2 matrix
  splot(net, layout = igraph::layout_with_fr)  # igraph function
Register Custom Layout:
  register_layout("spiral", function(network, ...) { ... })
Tip: Always set seed for reproducible layouts.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TNA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TNA-First Design:
cograph is built with the tna (Transition Network Analysis) package as primary use case.
All TNA metadata is preserved for seamless round-trip compatibility.
Basic TNA Plotting:
  library(tna)
  model &lt;- tna(engagement_data)
  splot(model)  # Direct plotting - just works!
  splot(model, donut_fill = model$inits,  # Initial probs as donuts
        edge_labels = TRUE)
group_tna Support:
  group_model &lt;- group_tna(data, group = "cluster")
  splot(group_model, i = 1)  # Plot individual groups
  splot(group_model, i = "high_achievers")
  plot_compare(group_model, i = 1, j = 2)  # Compare groups
  bootstrap(group_model, i = 1)  # Bootstrap per group
TNA Helper Functions:
  is_tna_network(net)     - Check if TNA-based
  get_tna_model(net)      - Retrieve original tna object
  get_raw_data(net)       - Get sequence data
  set_raw_data(net, data) - Attach data for validation
Preserved TNA Fields: $weights, $nodes$inits, $labels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Specialized Plot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plot_heatmap() - Network as Heatmap
Visualize adjacency/weight matrix with clustering support.
  plot_heatmap(net, colors = "viridis", show_values = TRUE)
plot_mlna() - Multilevel Networks
3D perspective view with stacked layers.
  plot_mlna(mat, layer_list = list(Macro = n1, Meso = n2, Micro = n3))
plot_htna() - Bipartite Networks
Heterogeneous/bipartite layout.
  plot_htna(net, groups = list(Students = s_nodes, Resources = r_nodes))
tna_animate() - Animated Networks
Create animated GIF of network evolution.
  tna_animate(data, window_size = 100, step = 50, output = "network.gif")
More Specialized Functions:
  plot_comparison_heatmap() - Side-by-side heatmap comparison
  plot_mtna()               - Multi-cluster network visualization
  plot_mcml()               - Multi-cluster multilevel combination
  plot_ml_heatmap()         - Multilayer network as heatmap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Summary: Why cograph?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Simple
  • splot(data) is enough
  • Smart defaults for everything
  • No mandatory configuration
  • Works with any format
Consistent
  • snake_case everywhere
  • Predictable patterns
  • Discoverable API
  • Clear documentation
Powerful
  • Full customization available
  • Statistical validation built-in
  • TNA-first design
  • Extensible registries
Key Functions to Remember:
  splot(x)      - Main plotting function
  cograph(x)    - Create network with layout
  as_cograph(x) - Convert to cograph format
  sn_*()        - Pipe-friendly transforms
  bootstrap()   - Edge significance testing
  plot_compare()- Network difference visualization
Getting Started:
  install.packages("cograph")
  library(cograph)
  splot(your_matrix)  # That's it!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github.com/mohsaqr/cograph
Questions?
Mohammed Saqr
mohammed.saqr@uef.fi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mohammedsaqr</cp:lastModifiedBy>
  <cp:revision>3</cp:revision>
  <dcterms:created xsi:type="dcterms:W3CDTF">2017-02-13T16:18:36Z</dcterms:created>
  <dcterms:modified xsi:type="dcterms:W3CDTF">2026-02-09T14:30:00Z</dcterms:modified>
  <cp:category/>
</cp:coreProperties>
</file>